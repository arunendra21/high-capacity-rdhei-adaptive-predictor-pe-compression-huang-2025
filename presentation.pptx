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Squeeze, Then Hide:</a:t>
            </a:r>
            <a:br/>
            <a:r>
              <a:t>Adaptive-Prediction High-Capacity RDHEI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Huang, Wan &amp; Chen (Mathematics, 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Predictable pixels hide redundant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An adaptive predictor + PE compression frees the most room.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Aim: ~1 bpp RDHEI with exact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into an encrypted image without the plaintext.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encryption strong (high entropy).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data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 2011/2012: first (separable) RDHEI,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Puteaux-Puech 2018: MSB prediction, ~1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specific high-capacity/secure RDHEI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pixels; mark redundant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Encrypt; write payload into redundant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 by prediction -&gt; exact original.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342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Owner encrypts.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Data hider embeds in the encrypted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extracts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recovers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Encryption: strong cipher (entropy ~ 8 bits).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MSB of predictable pixels replaced by payload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Recovery: decrypt low bits + predict MSB from neighbours.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net rate (bpp), encrypted entropy, exact recovery, payload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 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Encrypted entropy ~8.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recovery.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Highest-capacity family.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 encryption.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predictor/coder approximated.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Gross rate.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Image-dependent capacity.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predictor + arithmetic coder.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Extra-room analysis.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reversible-in-encrypted-domain scheme.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Near-1-bpp rate, strong encryption,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Huang et al. Adaptive-Predictor RDHEI. Mathematics, 2023.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 &amp; Puech. MSB-prediction RDHEI. IEEE TIFS 13(7), 2018.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Ma et al. Reserve Room Before Encryption. IEEE TIFS 8(3), 2013.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